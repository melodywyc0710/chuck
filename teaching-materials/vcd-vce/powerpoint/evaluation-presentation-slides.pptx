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79F9"/>
                </a:solidFill>
              </a:rPr>
              <a:t>VCAA-VCD-EVAL1 · UNIT 4 AOS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Evaluation &amp; Presentation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Visual Communication Design · Year 12 VCE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Use ← → arrow keys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79F9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From Resolution to Final Presentation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79F9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Once a concept is resolved, it undergoes  </a:t>
            </a:r>
            <a:r>
              <a:rPr sz="1600" b="1">
                <a:solidFill>
                  <a:srgbClr val="E879F9"/>
                </a:solidFill>
              </a:rPr>
              <a:t>final refinement </a:t>
            </a:r>
            <a:r>
              <a:rPr sz="1600" b="0">
                <a:solidFill>
                  <a:srgbClr val="FFFFFF"/>
                </a:solidFill>
              </a:rPr>
              <a:t> — small, precise adjustments — before being presented to a professional standard.The finished design is then  </a:t>
            </a:r>
            <a:r>
              <a:rPr sz="1600" b="1">
                <a:solidFill>
                  <a:srgbClr val="E879F9"/>
                </a:solidFill>
              </a:rPr>
              <a:t>evaluated </a:t>
            </a:r>
            <a:r>
              <a:rPr sz="1600" b="0">
                <a:solidFill>
                  <a:srgbClr val="FFFFFF"/>
                </a:solidFill>
              </a:rPr>
              <a:t> against the original brief to determine its success.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This AOS Covers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Final refinement techniques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Presentation drawing standards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Folio layout and clarity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Evaluating against the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79F9"/>
                </a:solidFill>
              </a:rPr>
              <a:t>KEY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Presentation Standards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final design must be presented using an appropriate method to a professional standard, clearly communicating the resolved concept.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1">
                <a:solidFill>
                  <a:srgbClr val="E879F9"/>
                </a:solidFill>
              </a:rPr>
              <a:t>Accuracy </a:t>
            </a:r>
            <a:r>
              <a:rPr sz="1400" b="0">
                <a:solidFill>
                  <a:srgbClr val="FFFFFF"/>
                </a:solidFill>
              </a:rPr>
              <a:t> — correct use of orthogonal, isometric or perspective methods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1">
                <a:solidFill>
                  <a:srgbClr val="E879F9"/>
                </a:solidFill>
              </a:rPr>
              <a:t>Rendering </a:t>
            </a:r>
            <a:r>
              <a:rPr sz="1400" b="0">
                <a:solidFill>
                  <a:srgbClr val="FFFFFF"/>
                </a:solidFill>
              </a:rPr>
              <a:t> — colour, tone and material communicated clearly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1">
                <a:solidFill>
                  <a:srgbClr val="E879F9"/>
                </a:solidFill>
              </a:rPr>
              <a:t>Context </a:t>
            </a:r>
            <a:r>
              <a:rPr sz="1400" b="0">
                <a:solidFill>
                  <a:srgbClr val="FFFFFF"/>
                </a:solidFill>
              </a:rPr>
              <a:t> — mockups or environment shown where relevant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1">
                <a:solidFill>
                  <a:srgbClr val="E879F9"/>
                </a:solidFill>
              </a:rPr>
              <a:t>Craftsmanship </a:t>
            </a:r>
            <a:r>
              <a:rPr sz="1400" b="0">
                <a:solidFill>
                  <a:srgbClr val="FFFFFF"/>
                </a:solidFill>
              </a:rPr>
              <a:t> — clean linework, consistent scale, legible annotation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79F9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See the  </a:t>
            </a:r>
            <a:r>
              <a:rPr sz="1600" b="1">
                <a:solidFill>
                  <a:srgbClr val="E879F9"/>
                </a:solidFill>
              </a:rPr>
              <a:t>Technical Drawing </a:t>
            </a:r>
            <a:r>
              <a:rPr sz="1600" b="0">
                <a:solidFill>
                  <a:srgbClr val="FFFFFF"/>
                </a:solidFill>
              </a:rPr>
              <a:t> and  </a:t>
            </a:r>
            <a:r>
              <a:rPr sz="1600" b="1">
                <a:solidFill>
                  <a:srgbClr val="E879F9"/>
                </a:solidFill>
              </a:rPr>
              <a:t>Visualisation Drawing </a:t>
            </a:r>
            <a:r>
              <a:rPr sz="1600" b="0">
                <a:solidFill>
                  <a:srgbClr val="FFFFFF"/>
                </a:solidFill>
              </a:rPr>
              <a:t> handouts (Unit 1 AOS 2) for a full recap of drawing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79F9"/>
                </a:solidFill>
              </a:rPr>
              <a:t>KEY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Evaluating Against the Brief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Purpose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Does the design achieve its communication objective?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Audience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Is it appropriate and effective for the target audience?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Constraints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Were the stated constraints respected (materials, time, format)?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Obligatory Fields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Were all required design outcomes delivered?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79F9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A strong evaluation is  </a:t>
            </a:r>
            <a:r>
              <a:rPr sz="1600" b="1">
                <a:solidFill>
                  <a:srgbClr val="E879F9"/>
                </a:solidFill>
              </a:rPr>
              <a:t>specific and balanced </a:t>
            </a:r>
            <a:r>
              <a:rPr sz="1600" b="0">
                <a:solidFill>
                  <a:srgbClr val="FFFFFF"/>
                </a:solidFill>
              </a:rPr>
              <a:t> — identify genuine strengths and any limitations, not just praise.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79F9"/>
                </a:solidFill>
              </a:rPr>
              <a:t>KEY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Folio Layout &amp; Clarity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How your folio is organised affects how clearly your design thinking can be assessed.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1">
                <a:solidFill>
                  <a:srgbClr val="E879F9"/>
                </a:solidFill>
              </a:rPr>
              <a:t>Sequence </a:t>
            </a:r>
            <a:r>
              <a:rPr sz="1400" b="0">
                <a:solidFill>
                  <a:srgbClr val="FFFFFF"/>
                </a:solidFill>
              </a:rPr>
              <a:t> — brief → research → generation → development → resolution → evaluation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1">
                <a:solidFill>
                  <a:srgbClr val="E879F9"/>
                </a:solidFill>
              </a:rPr>
              <a:t>Labelling </a:t>
            </a:r>
            <a:r>
              <a:rPr sz="1400" b="0">
                <a:solidFill>
                  <a:srgbClr val="FFFFFF"/>
                </a:solidFill>
              </a:rPr>
              <a:t> — clearly label the brief, each concept, and final design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1">
                <a:solidFill>
                  <a:srgbClr val="E879F9"/>
                </a:solidFill>
              </a:rPr>
              <a:t>Consistency </a:t>
            </a:r>
            <a:r>
              <a:rPr sz="1400" b="0">
                <a:solidFill>
                  <a:srgbClr val="FFFFFF"/>
                </a:solidFill>
              </a:rPr>
              <a:t> — consistent visual presentation across pages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Exam Tip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Exam questions may show a folio excerpt and ask you to identify which stage of the process it represents — know the full sequence well.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79F9"/>
                </a:solidFill>
              </a:rPr>
              <a:t>EXAM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Writing an Evaluation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Criterion → Evidence → Judgement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E879F9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1. State the brief criterion being evaluated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E879F9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2. Give evidence from the final design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E879F9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3. Judge whether it succeeds, with reasoning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Sentence Starters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brief required [X]; the final design achieves this by..."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"This effectively meets the needs of [audience] because..."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E879F9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"One limitation of the final design is..."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79F9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Evaluation &amp; Presentation — Quick Reference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Refinement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Small, precise final adjustments.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Presentation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Accurate, rendered, professional standard.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Evaluation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Purpose, audience, constraints, obligatory fields.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Folio Layout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879F9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Clear sequence and consistent presentation.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79F9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 💡 Reminder: a strong evaluation is  </a:t>
            </a:r>
            <a:r>
              <a:rPr sz="1600" b="1">
                <a:solidFill>
                  <a:srgbClr val="E879F9"/>
                </a:solidFill>
              </a:rPr>
              <a:t>specific and balanced </a:t>
            </a:r>
            <a:r>
              <a:rPr sz="1600" b="0">
                <a:solidFill>
                  <a:srgbClr val="FFFFFF"/>
                </a:solidFill>
              </a:rPr>
              <a:t> — not just "the design looks good."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