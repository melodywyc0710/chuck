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</a:rPr>
              <a:t>VCAA-VCD-ANLY1 · UNIT 3 AOS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Analysis &amp; Reinterpretation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Visual Communication Design · Year 12 VCE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Use ← → arrow keys to navigate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Analysing &amp; Reinterpreting Designs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FB7185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In Unit 3, you select an  </a:t>
            </a:r>
            <a:r>
              <a:rPr sz="1600" b="1">
                <a:solidFill>
                  <a:srgbClr val="FB7185"/>
                </a:solidFill>
              </a:rPr>
              <a:t>existing design </a:t>
            </a:r>
            <a:r>
              <a:rPr sz="1600" b="0">
                <a:solidFill>
                  <a:srgbClr val="FFFFFF"/>
                </a:solidFill>
              </a:rPr>
              <a:t> from one of the four design fields, analyse it in depth, then reinterpret it for a  </a:t>
            </a:r>
            <a:r>
              <a:rPr sz="1600" b="1">
                <a:solidFill>
                  <a:srgbClr val="FB7185"/>
                </a:solidFill>
              </a:rPr>
              <a:t>new context, audience or purpose. </a:t>
            </a:r>
            <a:r>
              <a:rPr sz="1600" b="0">
                <a:solidFill>
                  <a:srgbClr val="FFFFFF"/>
                </a:solidFill>
              </a:rPr>
              <a:t>This process forms the foundation for your folio — the analysis and reinterpretation informs the two concepts you will develop across Units 3 and 4.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 Two Stages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7185"/>
                </a:solidFill>
              </a:rPr>
              <a:t>– </a:t>
            </a:r>
            <a:r>
              <a:rPr sz="1400" b="1">
                <a:solidFill>
                  <a:srgbClr val="FB7185"/>
                </a:solidFill>
              </a:rPr>
              <a:t>1. Analysis </a:t>
            </a:r>
            <a:r>
              <a:rPr sz="1400" b="0">
                <a:solidFill>
                  <a:srgbClr val="FFFFFF"/>
                </a:solidFill>
              </a:rPr>
              <a:t> — understanding the original design in depth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7185"/>
                </a:solidFill>
              </a:rPr>
              <a:t>– </a:t>
            </a:r>
            <a:r>
              <a:rPr sz="1400" b="1">
                <a:solidFill>
                  <a:srgbClr val="FB7185"/>
                </a:solidFill>
              </a:rPr>
              <a:t>2. Reinterpretation </a:t>
            </a:r>
            <a:r>
              <a:rPr sz="1400" b="0">
                <a:solidFill>
                  <a:srgbClr val="FFFFFF"/>
                </a:solidFill>
              </a:rPr>
              <a:t> — reimagining it for a different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</a:rPr>
              <a:t>KEY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 Framework for Analysis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 thorough analysis considers more than just appearance — it examines the design's full context of creation and use.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7185"/>
                </a:solidFill>
              </a:rPr>
              <a:t>– </a:t>
            </a:r>
            <a:r>
              <a:rPr sz="1400" b="1">
                <a:solidFill>
                  <a:srgbClr val="FB7185"/>
                </a:solidFill>
              </a:rPr>
              <a:t>Purpose &amp; audience </a:t>
            </a:r>
            <a:r>
              <a:rPr sz="1400" b="0">
                <a:solidFill>
                  <a:srgbClr val="FFFFFF"/>
                </a:solidFill>
              </a:rPr>
              <a:t> — who was it made for, and why?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7185"/>
                </a:solidFill>
              </a:rPr>
              <a:t>– </a:t>
            </a:r>
            <a:r>
              <a:rPr sz="1400" b="1">
                <a:solidFill>
                  <a:srgbClr val="FB7185"/>
                </a:solidFill>
              </a:rPr>
              <a:t>Elements &amp; principles </a:t>
            </a:r>
            <a:r>
              <a:rPr sz="1400" b="0">
                <a:solidFill>
                  <a:srgbClr val="FFFFFF"/>
                </a:solidFill>
              </a:rPr>
              <a:t> — what visual language is used, and to what effect?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7185"/>
                </a:solidFill>
              </a:rPr>
              <a:t>– </a:t>
            </a:r>
            <a:r>
              <a:rPr sz="1400" b="1">
                <a:solidFill>
                  <a:srgbClr val="FB7185"/>
                </a:solidFill>
              </a:rPr>
              <a:t>Materials &amp; methods </a:t>
            </a:r>
            <a:r>
              <a:rPr sz="1400" b="0">
                <a:solidFill>
                  <a:srgbClr val="FFFFFF"/>
                </a:solidFill>
              </a:rPr>
              <a:t> — how was it made or produced?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7185"/>
                </a:solidFill>
              </a:rPr>
              <a:t>– </a:t>
            </a:r>
            <a:r>
              <a:rPr sz="1400" b="1">
                <a:solidFill>
                  <a:srgbClr val="FB7185"/>
                </a:solidFill>
              </a:rPr>
              <a:t>Context </a:t>
            </a:r>
            <a:r>
              <a:rPr sz="1400" b="0">
                <a:solidFill>
                  <a:srgbClr val="FFFFFF"/>
                </a:solidFill>
              </a:rPr>
              <a:t> — when/where was it created; what design field and movement does it belong to?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Exam Tip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Always support analysis with  </a:t>
            </a:r>
            <a:r>
              <a:rPr sz="1500" b="1">
                <a:solidFill>
                  <a:srgbClr val="FB7185"/>
                </a:solidFill>
              </a:rPr>
              <a:t>specific visual evidence </a:t>
            </a:r>
            <a:r>
              <a:rPr sz="1500" b="0">
                <a:solidFill>
                  <a:srgbClr val="FFFFFF"/>
                </a:solidFill>
              </a:rPr>
              <a:t> from the design — not general impressions. Use the Name → Evidence → Effect formula.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</a:rPr>
              <a:t>KEY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Reconceptualisation vs Reinvention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Reconceptualisation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Changing the design for a  </a:t>
            </a:r>
            <a:r>
              <a:rPr sz="1500" b="1">
                <a:solidFill>
                  <a:srgbClr val="FB7185"/>
                </a:solidFill>
              </a:rPr>
              <a:t>new audience, purpose or context </a:t>
            </a:r>
            <a:r>
              <a:rPr sz="1500" b="0">
                <a:solidFill>
                  <a:srgbClr val="FFFFFF"/>
                </a:solidFill>
              </a:rPr>
              <a:t> while keeping its core visual identity recognisable.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e.g. redesigning a children's brand identity for an adult luxury market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Reinvention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 more  </a:t>
            </a:r>
            <a:r>
              <a:rPr sz="1500" b="1">
                <a:solidFill>
                  <a:srgbClr val="FB7185"/>
                </a:solidFill>
              </a:rPr>
              <a:t>radical transformation </a:t>
            </a:r>
            <a:r>
              <a:rPr sz="1500" b="0">
                <a:solidFill>
                  <a:srgbClr val="FFFFFF"/>
                </a:solidFill>
              </a:rPr>
              <a:t> — taking the underlying idea or function of a design and expressing it in an entirely new visual form or medium.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e.g. reinventing a print poster campaign as an interactive app experience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B7185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Both approaches must be  </a:t>
            </a:r>
            <a:r>
              <a:rPr sz="1600" b="1">
                <a:solidFill>
                  <a:srgbClr val="FB7185"/>
                </a:solidFill>
              </a:rPr>
              <a:t>clearly justified </a:t>
            </a:r>
            <a:r>
              <a:rPr sz="1600" b="0">
                <a:solidFill>
                  <a:srgbClr val="FFFFFF"/>
                </a:solidFill>
              </a:rPr>
              <a:t> — explain why the change suits the new audience/purpose, not just what changed.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</a:rP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Ways to Reinterpret a Design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Change Audience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Redesign for a different age group, culture, or market segment.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Change Field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Move a concept from one design field to another (e.g. a logo to a spatial installation).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Change Era/Style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Reimagine a historical design using a contemporary visual style, or vice versa.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Change Medium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Translate a static design into digital, interactive or 3D form.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B7185"/>
                </a:solidFill>
              </a:rPr>
              <a:t>● </a:t>
            </a:r>
            <a:r>
              <a:rPr sz="1600" b="1">
                <a:solidFill>
                  <a:srgbClr val="FB7185"/>
                </a:solidFill>
              </a:rPr>
              <a:t>Exam vocab: </a:t>
            </a:r>
            <a:r>
              <a:rPr sz="1600" b="0">
                <a:solidFill>
                  <a:srgbClr val="FFFFFF"/>
                </a:solidFill>
              </a:rPr>
              <a:t> reconceptualise, reinvent, reinterpret, contemporary context, target audience shift, visual identity, transform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</a:rPr>
              <a:t>EXAM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Answering Analysis Questions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spcAft>
                <a:spcPts val="800"/>
              </a:spcAft>
            </a:pPr>
            <a:r>
              <a:rPr sz="1400">
                <a:solidFill>
                  <a:srgbClr val="FB7185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Feature → Evidence → Effect → Context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FB7185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1. Name a visual feature (element/principle)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FB7185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2. Describe specific evidence in the design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FB7185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3. Explain the effect on the audience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FB7185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4. Link to the design's context or purpose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Sentence Starters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7185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"The original design uses [element/principle] to..."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7185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"If reconceptualised for [new audience], this could..."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FB7185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"Reinventing this in [new field/medium] would require..."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Analysis &amp; Reinterpretation — Quick Reference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Analysis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Purpose, audience, elements/principles, materials, context.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Reconceptualise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Same core identity, new audience/purpose.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Reinvent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Radical transformation of form/medium.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Justify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FB7185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Always explain why the change suits the new context.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B7185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 💡 Reminder: this analysis directly feeds into the  </a:t>
            </a:r>
            <a:r>
              <a:rPr sz="1600" b="1">
                <a:solidFill>
                  <a:srgbClr val="FB7185"/>
                </a:solidFill>
              </a:rPr>
              <a:t>brief you write for your own folio work </a:t>
            </a:r>
            <a:r>
              <a:rPr sz="1600" b="0">
                <a:solidFill>
                  <a:srgbClr val="FFFFFF"/>
                </a:solidFill>
              </a:rPr>
              <a:t> in AOS 2.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