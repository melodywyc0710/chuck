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3E635"/>
                </a:solidFill>
              </a:rPr>
              <a:t>VCAA-VCD-DEV1 · UNIT 4 AOS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Development &amp; Resolution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Visual Communication Design · Year 12 VCE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Use ← → arrow keys to navigate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3E635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Developing Your Two Concepts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A3E635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In Unit 4, you take the  </a:t>
            </a:r>
            <a:r>
              <a:rPr sz="1600" b="1">
                <a:solidFill>
                  <a:srgbClr val="A3E635"/>
                </a:solidFill>
              </a:rPr>
              <a:t>two distinct concepts </a:t>
            </a:r>
            <a:r>
              <a:rPr sz="1600" b="0">
                <a:solidFill>
                  <a:srgbClr val="FFFFFF"/>
                </a:solidFill>
              </a:rPr>
              <a:t> generated in Unit 3 and develop each one further through testing, refinement and feedback.One concept is ultimately selected and resolved into a final presentation — but both must show visible development.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Development Shows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A3E635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Testing of options (type, colour, material)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A3E635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Annotated decision-making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A3E635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Response to feedback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A3E635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Progress toward a resolved final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3E635"/>
                </a:solidFill>
              </a:rPr>
              <a:t>KEY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Methods of Development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Type Trials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Testing typefaces, weights and sizes for the strongest hierarchy and tone.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Colour Trials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Testing palettes for mood, contrast and audience appropriateness.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Material/Scale Trials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Testing physical materials, surface finishes or scale relationships.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Layout Trials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Testing composition, grid structure and hierarchy arrangements.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A3E635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Every trial should be  </a:t>
            </a:r>
            <a:r>
              <a:rPr sz="1600" b="1">
                <a:solidFill>
                  <a:srgbClr val="A3E635"/>
                </a:solidFill>
              </a:rPr>
              <a:t>annotated </a:t>
            </a:r>
            <a:r>
              <a:rPr sz="1600" b="0">
                <a:solidFill>
                  <a:srgbClr val="FFFFFF"/>
                </a:solidFill>
              </a:rPr>
              <a:t> — explain why an option was chosen or rejected, referencing the brief.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3E635"/>
                </a:solidFill>
              </a:rPr>
              <a:t>KEY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Feedback &amp; Testing Against the Brief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Development is not just personal preference — it is an iterative process of testing ideas against the brief and gathering feedback.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A3E635"/>
                </a:solidFill>
              </a:rPr>
              <a:t>– </a:t>
            </a:r>
            <a:r>
              <a:rPr sz="1400" b="1">
                <a:solidFill>
                  <a:srgbClr val="A3E635"/>
                </a:solidFill>
              </a:rPr>
              <a:t>Peer feedback </a:t>
            </a:r>
            <a:r>
              <a:rPr sz="1400" b="0">
                <a:solidFill>
                  <a:srgbClr val="FFFFFF"/>
                </a:solidFill>
              </a:rPr>
              <a:t> — classmates critique clarity and effectiveness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A3E635"/>
                </a:solidFill>
              </a:rPr>
              <a:t>– </a:t>
            </a:r>
            <a:r>
              <a:rPr sz="1400" b="1">
                <a:solidFill>
                  <a:srgbClr val="A3E635"/>
                </a:solidFill>
              </a:rPr>
              <a:t>Teacher feedback </a:t>
            </a:r>
            <a:r>
              <a:rPr sz="1400" b="0">
                <a:solidFill>
                  <a:srgbClr val="FFFFFF"/>
                </a:solidFill>
              </a:rPr>
              <a:t> — checks against assessment criteria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A3E635"/>
                </a:solidFill>
              </a:rPr>
              <a:t>– </a:t>
            </a:r>
            <a:r>
              <a:rPr sz="1400" b="1">
                <a:solidFill>
                  <a:srgbClr val="A3E635"/>
                </a:solidFill>
              </a:rPr>
              <a:t>Self-testing </a:t>
            </a:r>
            <a:r>
              <a:rPr sz="1400" b="0">
                <a:solidFill>
                  <a:srgbClr val="FFFFFF"/>
                </a:solidFill>
              </a:rPr>
              <a:t> — does it meet the audience, purpose and constraints?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Exam Tip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When describing development, always show the  </a:t>
            </a:r>
            <a:r>
              <a:rPr sz="1500" b="1">
                <a:solidFill>
                  <a:srgbClr val="A3E635"/>
                </a:solidFill>
              </a:rPr>
              <a:t>before → feedback/testing → after </a:t>
            </a:r>
            <a:r>
              <a:rPr sz="1500" b="0">
                <a:solidFill>
                  <a:srgbClr val="FFFFFF"/>
                </a:solidFill>
              </a:rPr>
              <a:t> sequence, not just the final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3E635"/>
                </a:solidFill>
              </a:rPr>
              <a:t>KEY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Selecting a Direction to Resolve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After development, one concept is chosen to be resolved into the final design. This decision must be justified against the brief.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A3E635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Which concept best meets the  </a:t>
            </a:r>
            <a:r>
              <a:rPr sz="1400" b="1">
                <a:solidFill>
                  <a:srgbClr val="A3E635"/>
                </a:solidFill>
              </a:rPr>
              <a:t>audience &amp; purpose </a:t>
            </a:r>
            <a:r>
              <a:rPr sz="1400" b="0">
                <a:solidFill>
                  <a:srgbClr val="FFFFFF"/>
                </a:solidFill>
              </a:rPr>
              <a:t>?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A3E635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Which received the strongest  </a:t>
            </a:r>
            <a:r>
              <a:rPr sz="1400" b="1">
                <a:solidFill>
                  <a:srgbClr val="A3E635"/>
                </a:solidFill>
              </a:rPr>
              <a:t>feedback </a:t>
            </a:r>
            <a:r>
              <a:rPr sz="1400" b="0">
                <a:solidFill>
                  <a:srgbClr val="FFFFFF"/>
                </a:solidFill>
              </a:rPr>
              <a:t>?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A3E635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Which is most  </a:t>
            </a:r>
            <a:r>
              <a:rPr sz="1400" b="1">
                <a:solidFill>
                  <a:srgbClr val="A3E635"/>
                </a:solidFill>
              </a:rPr>
              <a:t>achievable </a:t>
            </a:r>
            <a:r>
              <a:rPr sz="1400" b="0">
                <a:solidFill>
                  <a:srgbClr val="FFFFFF"/>
                </a:solidFill>
              </a:rPr>
              <a:t> within constraints (time, materials)?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A3E635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The rejected concept is not wasted — it still demonstrates  </a:t>
            </a:r>
            <a:r>
              <a:rPr sz="1600" b="1">
                <a:solidFill>
                  <a:srgbClr val="A3E635"/>
                </a:solidFill>
              </a:rPr>
              <a:t>breadth of development </a:t>
            </a:r>
            <a:r>
              <a:rPr sz="1600" b="0">
                <a:solidFill>
                  <a:srgbClr val="FFFFFF"/>
                </a:solidFill>
              </a:rPr>
              <a:t> and is assessed as part of your folio.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3E635"/>
                </a:solidFill>
              </a:rPr>
              <a:t>EXAM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Answering Development Questions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spcAft>
                <a:spcPts val="800"/>
              </a:spcAft>
            </a:pPr>
            <a:r>
              <a:rPr sz="1400">
                <a:solidFill>
                  <a:srgbClr val="A3E635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Method → Change → Justification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A3E635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1. Name the development method used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A3E635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2. Describe what changed between versions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A3E635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3. Justify the change against the brief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Sentence Starters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A3E635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"A colour trial was conducted to test..."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A3E635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"Following feedback, the [feature] was changed to..."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A3E635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"This concept was selected for resolution because..."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3E635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Development &amp; Resolution — Quick Reference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Type Trials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Test typeface, weight, hierarchy.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Colour Trials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Test palette for mood &amp; audience.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Feedback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Peer, teacher, self-testing against brief.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Selection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A3E63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Justify the chosen concept against the brief.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A3E635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 💡 Reminder: the resolved concept moves into  </a:t>
            </a:r>
            <a:r>
              <a:rPr sz="1600" b="1">
                <a:solidFill>
                  <a:srgbClr val="A3E635"/>
                </a:solidFill>
              </a:rPr>
              <a:t>Unit 4 AOS 2 </a:t>
            </a:r>
            <a:r>
              <a:rPr sz="1600" b="0">
                <a:solidFill>
                  <a:srgbClr val="FFFFFF"/>
                </a:solidFill>
              </a:rPr>
              <a:t> for final presentation and evaluation.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