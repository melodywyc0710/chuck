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VCAA-VCD-BRIEF1 · UNIT 3 AOS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The Brief &amp; Ideation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Visual Communication Design · Year 12 VCE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Use ← → arrow keys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Writing Your Own Brief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8BDF8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Using your Unit 3 AOS 1 analysis and reinterpretation, you write a  </a:t>
            </a:r>
            <a:r>
              <a:rPr sz="1600" b="1">
                <a:solidFill>
                  <a:srgbClr val="38BDF8"/>
                </a:solidFill>
              </a:rPr>
              <a:t>design brief </a:t>
            </a:r>
            <a:r>
              <a:rPr sz="1600" b="0">
                <a:solidFill>
                  <a:srgbClr val="FFFFFF"/>
                </a:solidFill>
              </a:rPr>
              <a:t> that will guide your folio work across Units 3 and 4.This brief must be specific enough to guide two distinct concepts, but open enough to allow genuine creative exploration.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Your Brief Must State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Client / context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Target audience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Purpose &amp; communication objectives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Constraints (time, materials, format)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Two (2) obligatory design fields/outcomes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KEY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Deconstructing a Brief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Before generating ideas, break the brief into its component parts to ensure nothing is missed.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1">
                <a:solidFill>
                  <a:srgbClr val="38BDF8"/>
                </a:solidFill>
              </a:rPr>
              <a:t>Who </a:t>
            </a:r>
            <a:r>
              <a:rPr sz="1400" b="0">
                <a:solidFill>
                  <a:srgbClr val="FFFFFF"/>
                </a:solidFill>
              </a:rPr>
              <a:t> — the target audience and their needs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1">
                <a:solidFill>
                  <a:srgbClr val="38BDF8"/>
                </a:solidFill>
              </a:rPr>
              <a:t>What </a:t>
            </a:r>
            <a:r>
              <a:rPr sz="1400" b="0">
                <a:solidFill>
                  <a:srgbClr val="FFFFFF"/>
                </a:solidFill>
              </a:rPr>
              <a:t> — the required outcomes (obligatory design fields)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1">
                <a:solidFill>
                  <a:srgbClr val="38BDF8"/>
                </a:solidFill>
              </a:rPr>
              <a:t>Why </a:t>
            </a:r>
            <a:r>
              <a:rPr sz="1400" b="0">
                <a:solidFill>
                  <a:srgbClr val="FFFFFF"/>
                </a:solidFill>
              </a:rPr>
              <a:t> — the purpose and desired effect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1">
                <a:solidFill>
                  <a:srgbClr val="38BDF8"/>
                </a:solidFill>
              </a:rPr>
              <a:t>Constraints </a:t>
            </a:r>
            <a:r>
              <a:rPr sz="1400" b="0">
                <a:solidFill>
                  <a:srgbClr val="FFFFFF"/>
                </a:solidFill>
              </a:rPr>
              <a:t> — what limits the possible solutions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Exam Tip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Exam questions often ask you to identify a  </a:t>
            </a:r>
            <a:r>
              <a:rPr sz="1500" b="1">
                <a:solidFill>
                  <a:srgbClr val="38BDF8"/>
                </a:solidFill>
              </a:rPr>
              <a:t>missing </a:t>
            </a:r>
            <a:r>
              <a:rPr sz="1500" b="0">
                <a:solidFill>
                  <a:srgbClr val="FFFFFF"/>
                </a:solidFill>
              </a:rPr>
              <a:t> or  </a:t>
            </a:r>
            <a:r>
              <a:rPr sz="1500" b="1">
                <a:solidFill>
                  <a:srgbClr val="38BDF8"/>
                </a:solidFill>
              </a:rPr>
              <a:t>unclear </a:t>
            </a:r>
            <a:r>
              <a:rPr sz="1500" b="0">
                <a:solidFill>
                  <a:srgbClr val="FFFFFF"/>
                </a:solidFill>
              </a:rPr>
              <a:t> part of a given brief — practice spotting gaps in audience, purpose or constraints.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KEY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Generating Two Distinct Concepts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Your folio must show a genuine range of ideas — leading to  </a:t>
            </a:r>
            <a:r>
              <a:rPr sz="1500" b="1">
                <a:solidFill>
                  <a:srgbClr val="38BDF8"/>
                </a:solidFill>
              </a:rPr>
              <a:t>two distinctly different concepts </a:t>
            </a:r>
            <a:r>
              <a:rPr sz="1500" b="0">
                <a:solidFill>
                  <a:srgbClr val="FFFFFF"/>
                </a:solidFill>
              </a:rPr>
              <a:t> that will each be developed and refined in Unit 4.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What Makes Concepts "Distinct"?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Different visual approach (not just colour changes)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Different treatment of elements/principles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Different overall style or design field emphasis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Ideation Methods (recap)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Brainstorming, mind mapping, thumbnail sketches, mood boards, SCAMPER — see the Unit 1 AOS 2 Design Process materials for a full recap of these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KEY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Research to Support Ideation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Targeted research ensures your ideas are grounded in the brief's real audience and context, not just personal preference.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1">
                <a:solidFill>
                  <a:srgbClr val="38BDF8"/>
                </a:solidFill>
              </a:rPr>
              <a:t>Audience research </a:t>
            </a:r>
            <a:r>
              <a:rPr sz="1400" b="0">
                <a:solidFill>
                  <a:srgbClr val="FFFFFF"/>
                </a:solidFill>
              </a:rPr>
              <a:t> — interviews, surveys of the target group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1">
                <a:solidFill>
                  <a:srgbClr val="38BDF8"/>
                </a:solidFill>
              </a:rPr>
              <a:t>Visual research </a:t>
            </a:r>
            <a:r>
              <a:rPr sz="1400" b="0">
                <a:solidFill>
                  <a:srgbClr val="FFFFFF"/>
                </a:solidFill>
              </a:rPr>
              <a:t> — mood boards, existing designs in the same field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1">
                <a:solidFill>
                  <a:srgbClr val="38BDF8"/>
                </a:solidFill>
              </a:rPr>
              <a:t>Contextual research </a:t>
            </a:r>
            <a:r>
              <a:rPr sz="1400" b="0">
                <a:solidFill>
                  <a:srgbClr val="FFFFFF"/>
                </a:solidFill>
              </a:rPr>
              <a:t> — relevant trends, industry practice, materials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8BDF8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Link your research directly back to  </a:t>
            </a:r>
            <a:r>
              <a:rPr sz="1600" b="1">
                <a:solidFill>
                  <a:srgbClr val="38BDF8"/>
                </a:solidFill>
              </a:rPr>
              <a:t>Unit 2 </a:t>
            </a:r>
            <a:r>
              <a:rPr sz="1600" b="0">
                <a:solidFill>
                  <a:srgbClr val="FFFFFF"/>
                </a:solidFill>
              </a:rPr>
              <a:t> concepts — current trends and industry connections should inform your ideas.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Answering Brief Questions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Identify → Explain → Suggest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1. Identify the missing/unclear brief element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2. Explain why it matters for the design outcome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3. Suggest what information should be added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Sentence Starters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brief does not specify [element], which is important because..."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"To generate ideas, [method] could be used to..."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"These two concepts differ in that..."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Brief &amp; Ideation — Quick Reference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Brief Elements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Client, audience, purpose, constraints, obligatory fields.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Deconstruct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Who, what, why, constraints.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Two Concepts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Must be genuinely distinct, not colour variants.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Research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38BD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Audience, visual, contextual — links to Unit 2 trends.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8BDF8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 💡 Reminder: these two concepts carry forward into  </a:t>
            </a:r>
            <a:r>
              <a:rPr sz="1600" b="1">
                <a:solidFill>
                  <a:srgbClr val="38BDF8"/>
                </a:solidFill>
              </a:rPr>
              <a:t>Unit 4 </a:t>
            </a:r>
            <a:r>
              <a:rPr sz="1600" b="0">
                <a:solidFill>
                  <a:srgbClr val="FFFFFF"/>
                </a:solidFill>
              </a:rPr>
              <a:t>, where you develop and refine them.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